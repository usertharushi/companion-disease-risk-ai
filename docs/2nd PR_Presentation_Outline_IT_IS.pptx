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>
              <a:defRPr sz="2200"/>
            </a:pPr>
            <a:r>
              <a:rPr sz="1800" dirty="0"/>
              <a:t>Research Title</a:t>
            </a:r>
          </a:p>
          <a:p>
            <a:pPr>
              <a:defRPr sz="2200"/>
            </a:pPr>
            <a:r>
              <a:rPr sz="1800" dirty="0"/>
              <a:t>Student Name</a:t>
            </a:r>
          </a:p>
          <a:p>
            <a:pPr>
              <a:defRPr sz="2200"/>
            </a:pPr>
            <a:r>
              <a:rPr sz="1800" dirty="0"/>
              <a:t>Student ID</a:t>
            </a:r>
          </a:p>
          <a:p>
            <a:pPr>
              <a:defRPr sz="2200"/>
            </a:pPr>
            <a:r>
              <a:rPr sz="1800" dirty="0"/>
              <a:t>Degree </a:t>
            </a:r>
            <a:r>
              <a:rPr sz="1800" dirty="0" err="1"/>
              <a:t>Programme</a:t>
            </a:r>
            <a:r>
              <a:rPr sz="1800" dirty="0"/>
              <a:t> (BSc IT/IS)</a:t>
            </a:r>
          </a:p>
          <a:p>
            <a:pPr>
              <a:defRPr sz="2200"/>
            </a:pPr>
            <a:r>
              <a:rPr sz="1800" dirty="0"/>
              <a:t>Supervisor Name</a:t>
            </a:r>
          </a:p>
          <a:p>
            <a:pPr>
              <a:defRPr sz="2200"/>
            </a:pPr>
            <a:r>
              <a:rPr sz="1800" dirty="0"/>
              <a:t>Department</a:t>
            </a:r>
          </a:p>
          <a:p>
            <a:pPr>
              <a:defRPr sz="2200"/>
            </a:pPr>
            <a:r>
              <a:rPr sz="1800" dirty="0"/>
              <a:t>University</a:t>
            </a:r>
          </a:p>
          <a:p>
            <a:pPr>
              <a:defRPr sz="2200"/>
            </a:pPr>
            <a:r>
              <a:rPr sz="1800" dirty="0"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Background of the study</a:t>
            </a:r>
          </a:p>
          <a:p>
            <a:pPr>
              <a:defRPr sz="2200"/>
            </a:pPr>
            <a:r>
              <a:t>Problem statement</a:t>
            </a:r>
          </a:p>
          <a:p>
            <a:pPr>
              <a:defRPr sz="2200"/>
            </a:pPr>
            <a:r>
              <a:t>Research aim</a:t>
            </a:r>
          </a:p>
          <a:p>
            <a:pPr>
              <a:defRPr sz="2200"/>
            </a:pPr>
            <a:r>
              <a:t>Research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Key findings from the literature</a:t>
            </a:r>
          </a:p>
          <a:p>
            <a:pPr>
              <a:defRPr sz="2200"/>
            </a:pPr>
            <a:r>
              <a:rPr dirty="0"/>
              <a:t>Research gap identified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Research approach</a:t>
            </a:r>
          </a:p>
          <a:p>
            <a:pPr>
              <a:defRPr sz="2200"/>
            </a:pPr>
            <a:r>
              <a:rPr dirty="0"/>
              <a:t>Research design</a:t>
            </a:r>
          </a:p>
          <a:p>
            <a:pPr>
              <a:defRPr sz="2200"/>
            </a:pPr>
            <a:r>
              <a:rPr dirty="0"/>
              <a:t>Data collection methods</a:t>
            </a:r>
            <a:r>
              <a:rPr lang="en-MY" dirty="0"/>
              <a:t> (If applicable)</a:t>
            </a:r>
            <a:endParaRPr dirty="0"/>
          </a:p>
          <a:p>
            <a:pPr>
              <a:defRPr sz="2200"/>
            </a:pPr>
            <a:r>
              <a:rPr dirty="0"/>
              <a:t>Data analysis methods</a:t>
            </a:r>
          </a:p>
          <a:p>
            <a:pPr>
              <a:defRPr sz="2200"/>
            </a:pPr>
            <a:r>
              <a:rPr dirty="0"/>
              <a:t>Tools and technologies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Analysis and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Functional requirements</a:t>
            </a:r>
          </a:p>
          <a:p>
            <a:pPr>
              <a:defRPr sz="2200"/>
            </a:pPr>
            <a:r>
              <a:t>Non-functional requirements</a:t>
            </a:r>
          </a:p>
          <a:p>
            <a:pPr>
              <a:defRPr sz="2200"/>
            </a:pPr>
            <a:r>
              <a:t>System architecture</a:t>
            </a:r>
          </a:p>
          <a:p>
            <a:pPr>
              <a:defRPr sz="2200"/>
            </a:pPr>
            <a:r>
              <a:t>Use Case Diagram</a:t>
            </a:r>
          </a:p>
          <a:p>
            <a:pPr>
              <a:defRPr sz="2200"/>
            </a:pPr>
            <a:r>
              <a:t>ER Diagram</a:t>
            </a:r>
          </a:p>
          <a:p>
            <a:pPr>
              <a:defRPr sz="2200"/>
            </a:pPr>
            <a:r>
              <a:t>Class Diagram</a:t>
            </a:r>
          </a:p>
          <a:p>
            <a:pPr>
              <a:defRPr sz="2200"/>
            </a:pPr>
            <a:r>
              <a:t>Database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Modules completed</a:t>
            </a:r>
          </a:p>
          <a:p>
            <a:pPr>
              <a:defRPr sz="2200"/>
            </a:pPr>
            <a:r>
              <a:t>Features implemented</a:t>
            </a:r>
          </a:p>
          <a:p>
            <a:pPr>
              <a:defRPr sz="2200"/>
            </a:pPr>
            <a:r>
              <a:t>Technologies used</a:t>
            </a:r>
          </a:p>
          <a:p>
            <a:pPr>
              <a:defRPr sz="2200"/>
            </a:pPr>
            <a:r>
              <a:t>Version control (if applicable)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/ 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interface screenshots</a:t>
            </a:r>
          </a:p>
          <a:p>
            <a:pPr>
              <a:defRPr sz="2200"/>
            </a:pPr>
            <a:r>
              <a:t>Workflow of the system</a:t>
            </a:r>
          </a:p>
          <a:p>
            <a:pPr>
              <a:defRPr sz="2200"/>
            </a:pPr>
            <a:r>
              <a:t>Key functionalities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Testing completed</a:t>
            </a:r>
          </a:p>
          <a:p>
            <a:pPr>
              <a:defRPr sz="2200"/>
            </a:pPr>
            <a:r>
              <a:rPr dirty="0"/>
              <a:t>Preliminary findings</a:t>
            </a:r>
          </a:p>
          <a:p>
            <a:pPr>
              <a:defRPr sz="2200"/>
            </a:pPr>
            <a:r>
              <a:rPr dirty="0"/>
              <a:t>Performance evaluation</a:t>
            </a:r>
          </a:p>
          <a:p>
            <a:pPr>
              <a:defRPr sz="2200"/>
            </a:pPr>
            <a:r>
              <a:rPr dirty="0"/>
              <a:t>User feedback (if available</a:t>
            </a:r>
            <a:r>
              <a:rPr lang="en-MY" dirty="0"/>
              <a:t>/applicable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Technical challenges</a:t>
            </a:r>
          </a:p>
          <a:p>
            <a:pPr>
              <a:defRPr sz="2200"/>
            </a:pPr>
            <a:r>
              <a:t>Research challenges</a:t>
            </a:r>
          </a:p>
          <a:p>
            <a:pPr>
              <a:defRPr sz="2200"/>
            </a:pPr>
            <a:r>
              <a:t>Solutions implemented</a:t>
            </a:r>
          </a:p>
          <a:p>
            <a:pPr>
              <a:defRPr sz="2200"/>
            </a:pPr>
            <a:r>
              <a:t>Lessons learned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Features to be completed</a:t>
            </a:r>
          </a:p>
          <a:p>
            <a:pPr>
              <a:defRPr sz="2200"/>
            </a:pPr>
            <a:r>
              <a:t>Testing and validation</a:t>
            </a:r>
          </a:p>
          <a:p>
            <a:pPr>
              <a:defRPr sz="2200"/>
            </a:pPr>
            <a:r>
              <a:t>Documentation</a:t>
            </a:r>
          </a:p>
          <a:p>
            <a:pPr>
              <a:defRPr sz="2200"/>
            </a:pPr>
            <a:r>
              <a:t>Final report preparation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Updated Gantt Chart</a:t>
            </a:r>
          </a:p>
          <a:p>
            <a:pPr>
              <a:defRPr sz="2200"/>
            </a:pPr>
            <a:r>
              <a:t>Milestones completed</a:t>
            </a:r>
          </a:p>
          <a:p>
            <a:pPr>
              <a:defRPr sz="2200"/>
            </a:pPr>
            <a:r>
              <a:t>Remaining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Summary of progress</a:t>
            </a:r>
          </a:p>
          <a:p>
            <a:pPr>
              <a:defRPr sz="2200"/>
            </a:pPr>
            <a:r>
              <a:t>Achievements to date</a:t>
            </a:r>
          </a:p>
          <a:p>
            <a:pPr>
              <a:defRPr sz="2200"/>
            </a:pPr>
            <a:r>
              <a:t>Expected completion date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Key references used</a:t>
            </a:r>
          </a:p>
          <a:p>
            <a:pPr>
              <a:defRPr sz="2200"/>
            </a:pPr>
            <a:r>
              <a:rPr dirty="0"/>
              <a:t>Citation style (IEEE)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Thank You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186</Words>
  <Application>Microsoft Office PowerPoint</Application>
  <PresentationFormat>On-screen Show (4:3)</PresentationFormat>
  <Paragraphs>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Title Slide</vt:lpstr>
      <vt:lpstr>Project Overview</vt:lpstr>
      <vt:lpstr>Literature Review Summary</vt:lpstr>
      <vt:lpstr>Research Methodology</vt:lpstr>
      <vt:lpstr>System Analysis and Design</vt:lpstr>
      <vt:lpstr>Development Progress</vt:lpstr>
      <vt:lpstr>Prototype / System Demonstration</vt:lpstr>
      <vt:lpstr>Current Results</vt:lpstr>
      <vt:lpstr>Challenges and Solutions</vt:lpstr>
      <vt:lpstr>Remaining Work</vt:lpstr>
      <vt:lpstr>Project Timeline</vt:lpstr>
      <vt:lpstr>Conclusion</vt:lpstr>
      <vt:lpstr>References</vt:lpstr>
      <vt:lpstr>Questions &amp; Answers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Kasun Chirantha</cp:lastModifiedBy>
  <cp:revision>2</cp:revision>
  <dcterms:created xsi:type="dcterms:W3CDTF">2013-01-27T09:14:16Z</dcterms:created>
  <dcterms:modified xsi:type="dcterms:W3CDTF">2026-07-17T05:50:14Z</dcterms:modified>
  <cp:category/>
</cp:coreProperties>
</file>